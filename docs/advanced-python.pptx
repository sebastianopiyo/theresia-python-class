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>
        <p:scale>
          <a:sx n="97" d="100"/>
          <a:sy n="97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8F71-6D44-AC45-B98A-DD1BD87DC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00590-BE3D-D94F-C0F0-B453F40C0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C6C15-727D-7FCF-145B-C314D567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47564-4C69-3B15-08BA-EAC1AF64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7CE50-612F-5ED3-6C4F-A12E7025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04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3F115-7692-BB5C-7766-246C3256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DDC31-7DE3-F0CC-313A-299143F08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60D0F-574C-4275-DC9A-A005270C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586C8-81C9-6EB9-64D5-AFB97F5D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740BF-1D4D-4E7E-7095-D445F92B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61A2-3AB2-2C2D-6B4F-693EAE1F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74B8E-B582-4F74-72E3-7C6B98C7B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C7DFD-54F9-5BFC-1EE9-C7AA1F03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B28FB-B8C5-5F47-240D-E1925AB3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8FD-5CD7-6478-6EDB-0C102C6F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9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AF2D-A5A7-4C1B-07D8-BA409300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AD2C9-C86D-31CA-C5C7-24693F944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20D56-F22F-79B0-2E61-5C32739C0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9F2A1-4F21-07E9-1A83-A5F2B322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E8F7E-8825-0D0C-99DF-739B373B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EA7EA-9E38-8115-B70C-214B1857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9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825E-048B-D68E-81CD-A09C140A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5B163-CA4A-E4F9-9926-8E6EB8459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AF007-221C-4903-F56D-C83031615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CDF99-BEA0-A0F6-677D-4525BF9BA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9B1E1-884F-216A-CA5E-7633BB4D0C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CC578-AF1D-3229-A600-A3A68EF39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58F7B-45CB-701F-6879-19BFED3E2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9BF5C-508B-1DCB-603C-00D9A4F7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89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BA97-8AE4-2EC1-F285-E87114CB1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526C5D-CCBD-50CD-8C55-27BDDCA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43B91-101E-809E-CF69-820EC90C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E8E9F-C87A-39AB-270A-7FEC8945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26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889759-73CE-1579-F710-67413FA6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0FE00-2B06-401A-BAF0-17FA6BFF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C1B07-D398-C380-3D0F-9D0EED9F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E320-21BF-9C96-9826-243C11B0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DE00-47C0-4FE2-5FAE-DA398DA9E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7E43A-44B7-F014-CE63-CC4DFB9F1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076BC-E3FD-2E76-DD6F-40A64406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D6A2E-C7F6-40E4-D8BB-25BFDF71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CDC87-FE08-DEDA-EFB3-7B11F8F3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5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3C164-082E-1216-0EA4-AE015EFD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E934C-6EB0-A118-DC5D-915DACB72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15822F-4329-3A55-0933-5B96125EC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A571C-B52C-E2B8-8127-5CD573DD5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BF8AE-4000-F1F8-2A32-774284F1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B09C3-F942-A10D-A70F-8E401826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6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57B4-89C7-5A7D-06DB-300249360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926A3-9040-48D1-F609-7173EDE6D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9EFD-B36F-3540-A22D-EF16286C3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DB16F-7992-941C-E895-A9B5EA9A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5B894-4971-5B2A-6170-6D75D295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5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3B429-63EC-69D5-1383-288601439E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CB230-B3C1-959D-24D7-3AD95F3AD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F7F69-4054-0CD5-E9BC-3074B358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0F6DD-2574-2D39-6F90-9A18D037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CBA02-2C8B-CA54-9AA8-66155B7C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4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283D7-3886-B817-B139-46F19C0F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AE291-C758-E866-61F1-EA07EAF7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267B7-4E9A-F5BF-FE5C-0E131EE50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E65FC-FE3F-4ACF-BD30-68BA13E323CB}" type="datetimeFigureOut">
              <a:rPr lang="en-US" smtClean="0"/>
              <a:t>12/07/2026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8841A-C04A-31C1-822B-8CCF7EC60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2C6A7-9533-61D6-6520-D38CF6531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333B1-0262-4475-BDD7-0A7113A15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1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4E7A-27ED-34B5-0C0A-34321A9FD2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Python</a:t>
            </a:r>
          </a:p>
        </p:txBody>
      </p:sp>
    </p:spTree>
    <p:extLst>
      <p:ext uri="{BB962C8B-B14F-4D97-AF65-F5344CB8AC3E}">
        <p14:creationId xmlns:p14="http://schemas.microsoft.com/office/powerpoint/2010/main" val="289565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99333-189E-5D24-85DE-396A4BC7D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4388"/>
            <a:ext cx="10515600" cy="5362575"/>
          </a:xfrm>
        </p:spPr>
        <p:txBody>
          <a:bodyPr/>
          <a:lstStyle/>
          <a:p>
            <a:r>
              <a:rPr lang="en-US" b="1" dirty="0">
                <a:effectLst/>
              </a:rPr>
              <a:t>Decorators</a:t>
            </a:r>
            <a:r>
              <a:rPr lang="en-US" dirty="0">
                <a:effectLst/>
              </a:rPr>
              <a:t> → Modify behavior of functions.</a:t>
            </a:r>
            <a:endParaRPr lang="en-US" dirty="0"/>
          </a:p>
          <a:p>
            <a:r>
              <a:rPr lang="en-US" b="1" dirty="0">
                <a:effectLst/>
              </a:rPr>
              <a:t>Lambda</a:t>
            </a:r>
            <a:r>
              <a:rPr lang="en-US" dirty="0">
                <a:effectLst/>
              </a:rPr>
              <a:t> → Quick, anonymous functions. </a:t>
            </a:r>
            <a:r>
              <a:rPr lang="en-US" dirty="0"/>
              <a:t>(used with map, filter, sorted)</a:t>
            </a:r>
          </a:p>
          <a:p>
            <a:r>
              <a:rPr lang="en-US" b="1" dirty="0">
                <a:effectLst/>
              </a:rPr>
              <a:t>Recursion</a:t>
            </a:r>
            <a:r>
              <a:rPr lang="en-US" dirty="0">
                <a:effectLst/>
              </a:rPr>
              <a:t> → Functions calling themselves for similar repetitive tasks.</a:t>
            </a:r>
            <a:endParaRPr lang="en-US" dirty="0"/>
          </a:p>
          <a:p>
            <a:r>
              <a:rPr lang="en-US" b="1" dirty="0">
                <a:effectLst/>
              </a:rPr>
              <a:t>Generators</a:t>
            </a:r>
            <a:r>
              <a:rPr lang="en-US" dirty="0">
                <a:effectLst/>
              </a:rPr>
              <a:t> → Produce values lazily, saving memory.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48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66CF-CD27-C664-780B-312D1ABD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0C44-CFA6-05A2-BD59-8C3F4932A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  <a:r>
              <a:rPr lang="en-US" dirty="0"/>
              <a:t>: A decorator is a function that modifies the behavior of another function or method without changing its code directly.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Use Case</a:t>
            </a:r>
            <a:r>
              <a:rPr lang="en-US" dirty="0">
                <a:effectLst/>
              </a:rPr>
              <a:t>: Logging, authentication, timing functions.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80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94CB-F411-587A-3C62-8DD25853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07EA0-5378-1183-2059-C35A9CCF2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425575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my_decorator</a:t>
            </a:r>
            <a:r>
              <a:rPr lang="en-US" dirty="0"/>
              <a:t>(</a:t>
            </a:r>
            <a:r>
              <a:rPr lang="en-US" dirty="0" err="1"/>
              <a:t>func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def wrapper():</a:t>
            </a:r>
          </a:p>
          <a:p>
            <a:pPr marL="0" indent="0">
              <a:buNone/>
            </a:pPr>
            <a:r>
              <a:rPr lang="en-US" dirty="0"/>
              <a:t>        print("Before function call")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func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    print("After function call")</a:t>
            </a:r>
          </a:p>
          <a:p>
            <a:pPr marL="0" indent="0">
              <a:buNone/>
            </a:pPr>
            <a:r>
              <a:rPr lang="en-US" dirty="0"/>
              <a:t>    return wrapper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@my_decorator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say_hello</a:t>
            </a:r>
            <a:r>
              <a:rPr lang="en-US" dirty="0"/>
              <a:t>():</a:t>
            </a:r>
          </a:p>
          <a:p>
            <a:pPr marL="0" indent="0">
              <a:buNone/>
            </a:pPr>
            <a:r>
              <a:rPr lang="en-US" dirty="0"/>
              <a:t>    print("Hello!")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say_hello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02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A49A-3D09-64AD-6488-DB26FE4E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C4CB5-B4FC-AB47-0779-116F559A8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effectLst/>
              </a:rPr>
              <a:t>Definition</a:t>
            </a:r>
            <a:r>
              <a:rPr lang="en-US" dirty="0">
                <a:effectLst/>
              </a:rPr>
              <a:t>: Anonymous, one‑line functions defined with </a:t>
            </a:r>
            <a:r>
              <a:rPr lang="en-US" dirty="0"/>
              <a:t>lambda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r>
              <a:rPr lang="en-US" b="1" dirty="0">
                <a:effectLst/>
              </a:rPr>
              <a:t>Use Case</a:t>
            </a:r>
            <a:r>
              <a:rPr lang="en-US" dirty="0">
                <a:effectLst/>
              </a:rPr>
              <a:t>: Quick operations, especially with </a:t>
            </a:r>
            <a:r>
              <a:rPr lang="en-US" dirty="0"/>
              <a:t>map</a:t>
            </a:r>
            <a:r>
              <a:rPr lang="en-US" dirty="0">
                <a:effectLst/>
              </a:rPr>
              <a:t>, </a:t>
            </a:r>
            <a:r>
              <a:rPr lang="en-US" dirty="0"/>
              <a:t>filter</a:t>
            </a:r>
            <a:r>
              <a:rPr lang="en-US" dirty="0">
                <a:effectLst/>
              </a:rPr>
              <a:t>, or </a:t>
            </a:r>
            <a:r>
              <a:rPr lang="en-US" dirty="0"/>
              <a:t>sorted(reverse())</a:t>
            </a:r>
            <a:r>
              <a:rPr lang="en-US" dirty="0">
                <a:effectLst/>
              </a:rPr>
              <a:t>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square = lambda x: x**2</a:t>
            </a:r>
          </a:p>
          <a:p>
            <a:pPr marL="0" indent="0">
              <a:buNone/>
            </a:pPr>
            <a:r>
              <a:rPr lang="en-US" dirty="0"/>
              <a:t>print(square(5))  # Output: 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Or with Map</a:t>
            </a:r>
          </a:p>
          <a:p>
            <a:pPr marL="0" indent="0">
              <a:buNone/>
            </a:pPr>
            <a:r>
              <a:rPr lang="en-US" dirty="0" err="1"/>
              <a:t>nums</a:t>
            </a:r>
            <a:r>
              <a:rPr lang="en-US" dirty="0"/>
              <a:t> = [1, 2, 3, 4]</a:t>
            </a:r>
          </a:p>
          <a:p>
            <a:pPr marL="0" indent="0">
              <a:buNone/>
            </a:pPr>
            <a:r>
              <a:rPr lang="en-US" dirty="0" err="1"/>
              <a:t>Squared_even</a:t>
            </a:r>
            <a:r>
              <a:rPr lang="en-US" dirty="0"/>
              <a:t> = list(filter(x%2==0, map(lambda x: x**2, </a:t>
            </a:r>
            <a:r>
              <a:rPr lang="en-US" dirty="0" err="1"/>
              <a:t>nums</a:t>
            </a:r>
            <a:r>
              <a:rPr lang="en-US" dirty="0"/>
              <a:t>)))</a:t>
            </a:r>
          </a:p>
          <a:p>
            <a:pPr marL="0" indent="0">
              <a:buNone/>
            </a:pPr>
            <a:r>
              <a:rPr lang="en-US" dirty="0"/>
              <a:t>print(squared)  # Output: [1, 4, 9, 16]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71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4A7D-B58D-3676-18DD-DBABAAC7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77186-78C4-F576-8986-7E8AD6921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effectLst/>
              </a:rPr>
              <a:t>Definition</a:t>
            </a:r>
            <a:r>
              <a:rPr lang="en-US" dirty="0">
                <a:effectLst/>
              </a:rPr>
              <a:t>: A function that calls itself to solve a problem.</a:t>
            </a:r>
            <a:endParaRPr lang="en-US" dirty="0"/>
          </a:p>
          <a:p>
            <a:r>
              <a:rPr lang="en-US" b="1" dirty="0">
                <a:effectLst/>
              </a:rPr>
              <a:t>Use Case</a:t>
            </a:r>
            <a:r>
              <a:rPr lang="en-US" dirty="0">
                <a:effectLst/>
              </a:rPr>
              <a:t>: Problems that can be broken into smaller subproblems (factorials, Fibonacci, tree traversal).</a:t>
            </a:r>
          </a:p>
          <a:p>
            <a:r>
              <a:rPr lang="en-US" dirty="0"/>
              <a:t>Formula for factorial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n! = n*(n-1)!</a:t>
            </a:r>
          </a:p>
          <a:p>
            <a:pPr marL="0" indent="0">
              <a:buNone/>
            </a:pPr>
            <a:r>
              <a:rPr lang="en-US" dirty="0"/>
              <a:t>def factorial(n):</a:t>
            </a:r>
          </a:p>
          <a:p>
            <a:pPr marL="0" indent="0">
              <a:buNone/>
            </a:pPr>
            <a:r>
              <a:rPr lang="en-US" dirty="0"/>
              <a:t>    if n == 1: # base case</a:t>
            </a:r>
          </a:p>
          <a:p>
            <a:pPr marL="0" indent="0">
              <a:buNone/>
            </a:pPr>
            <a:r>
              <a:rPr lang="en-US" dirty="0"/>
              <a:t>        return 1</a:t>
            </a:r>
          </a:p>
          <a:p>
            <a:pPr marL="0" indent="0">
              <a:buNone/>
            </a:pPr>
            <a:r>
              <a:rPr lang="en-US" dirty="0"/>
              <a:t>    return n * factorial(n-1) # 5*4*3*2*1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print(factorial(5))  # Output: 120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35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3F8FE-2F46-A678-3FF0-606B3BFA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D5E45-69C9-DBAC-4252-73F5A8A2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Definition</a:t>
            </a:r>
            <a:r>
              <a:rPr lang="en-US" dirty="0">
                <a:effectLst/>
              </a:rPr>
              <a:t>: Functions that yield values one at a time using </a:t>
            </a:r>
            <a:r>
              <a:rPr lang="en-US" dirty="0"/>
              <a:t>yield</a:t>
            </a:r>
            <a:r>
              <a:rPr lang="en-US" dirty="0">
                <a:effectLst/>
              </a:rPr>
              <a:t>, instead of returning all at once.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Use Case</a:t>
            </a:r>
            <a:r>
              <a:rPr lang="en-US" dirty="0">
                <a:effectLst/>
              </a:rPr>
              <a:t>: Efficient memory usage when dealing with large datasets.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countdown(n):</a:t>
            </a:r>
          </a:p>
          <a:p>
            <a:pPr marL="0" indent="0">
              <a:buNone/>
            </a:pPr>
            <a:r>
              <a:rPr lang="en-US" dirty="0"/>
              <a:t>    while n &gt; 0:</a:t>
            </a:r>
          </a:p>
          <a:p>
            <a:pPr marL="0" indent="0">
              <a:buNone/>
            </a:pPr>
            <a:r>
              <a:rPr lang="en-US" dirty="0"/>
              <a:t>        yield n</a:t>
            </a:r>
          </a:p>
          <a:p>
            <a:pPr marL="0" indent="0">
              <a:buNone/>
            </a:pPr>
            <a:r>
              <a:rPr lang="en-US" dirty="0"/>
              <a:t>        n -=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num in countdown(5):</a:t>
            </a:r>
          </a:p>
          <a:p>
            <a:pPr marL="0" indent="0">
              <a:buNone/>
            </a:pPr>
            <a:r>
              <a:rPr lang="en-US" dirty="0"/>
              <a:t>    print(num)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9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687C-B04D-B363-2A0D-5437FCAC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in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0A795-62C4-2BC8-91E9-AE3F03951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effectLst/>
              </a:rPr>
              <a:t>Decorators</a:t>
            </a:r>
            <a:r>
              <a:rPr lang="en-US" dirty="0">
                <a:effectLst/>
              </a:rPr>
              <a:t> → Often used in ML frameworks for logging/training hooks.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Lambda</a:t>
            </a:r>
            <a:r>
              <a:rPr lang="en-US" dirty="0">
                <a:effectLst/>
              </a:rPr>
              <a:t> → Handy for preprocessing datasets.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Recursion</a:t>
            </a:r>
            <a:r>
              <a:rPr lang="en-US" dirty="0">
                <a:effectLst/>
              </a:rPr>
              <a:t> → Useful in algorithms like tree searches.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ffectLst/>
              </a:rPr>
              <a:t>Generators</a:t>
            </a:r>
            <a:r>
              <a:rPr lang="en-US" dirty="0">
                <a:effectLst/>
              </a:rPr>
              <a:t> → Perfect for streaming large datasets batch‑by‑batch.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44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419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Advanced Python</vt:lpstr>
      <vt:lpstr>PowerPoint Presentation</vt:lpstr>
      <vt:lpstr>Decorators</vt:lpstr>
      <vt:lpstr>Example</vt:lpstr>
      <vt:lpstr>Lambda Functions</vt:lpstr>
      <vt:lpstr>Recursion</vt:lpstr>
      <vt:lpstr>Generators</vt:lpstr>
      <vt:lpstr>Application in 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A. Opiyo</dc:creator>
  <cp:lastModifiedBy>Sebastian A. Opiyo</cp:lastModifiedBy>
  <cp:revision>2</cp:revision>
  <dcterms:created xsi:type="dcterms:W3CDTF">2026-07-08T14:32:44Z</dcterms:created>
  <dcterms:modified xsi:type="dcterms:W3CDTF">2026-07-12T16:42:25Z</dcterms:modified>
</cp:coreProperties>
</file>